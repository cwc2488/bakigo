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image" Target="../media/image-7-6.jpeg"/><Relationship Id="rId7" Type="http://schemas.openxmlformats.org/officeDocument/2006/relationships/image" Target="../media/image-7-7.jpeg"/><Relationship Id="rId8" Type="http://schemas.openxmlformats.org/officeDocument/2006/relationships/image" Target="../media/image-7-8.jpeg"/><Relationship Id="rId9" Type="http://schemas.openxmlformats.org/officeDocument/2006/relationships/image" Target="../media/image-7-9.jpeg"/><Relationship Id="rId10" Type="http://schemas.openxmlformats.org/officeDocument/2006/relationships/image" Target="../media/image-7-10.jpeg"/><Relationship Id="rId11" Type="http://schemas.openxmlformats.org/officeDocument/2006/relationships/image" Target="../media/image-7-11.jpeg"/><Relationship Id="rId12" Type="http://schemas.openxmlformats.org/officeDocument/2006/relationships/image" Target="../media/image-7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image" Target="../media/image-8-7.jpeg"/><Relationship Id="rId8" Type="http://schemas.openxmlformats.org/officeDocument/2006/relationships/image" Target="../media/image-8-8.jpeg"/><Relationship Id="rId9" Type="http://schemas.openxmlformats.org/officeDocument/2006/relationships/image" Target="../media/image-8-9.jpeg"/><Relationship Id="rId10" Type="http://schemas.openxmlformats.org/officeDocument/2006/relationships/image" Target="../media/image-8-10.jpeg"/><Relationship Id="rId11" Type="http://schemas.openxmlformats.org/officeDocument/2006/relationships/image" Target="../media/image-8-11.jpeg"/><Relationship Id="rId12" Type="http://schemas.openxmlformats.org/officeDocument/2006/relationships/image" Target="../media/image-8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C5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MAP 第一個月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QA-林一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QA-陳二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QA-黃三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C5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MAP 第二個月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16224" y="987552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83808" y="987552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QA-名單04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16224" y="1554480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QA-名單05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83808" y="1554480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QA-名單06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2121408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QA-名單07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16224" y="2121408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QA-名單08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83808" y="2121408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QA-名單09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2688336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QA-名單10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6224" y="2688336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QA-名單11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3808" y="2688336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QA-名單12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3255264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QA-名單13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16224" y="3255264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QA-名單14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83808" y="3255264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QA-名單15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" y="3822192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QA-名單16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316224" y="3822192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QA-名單17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83808" y="3822192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QA-名單18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C5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MAP 第三個月（MAP 第三個月過關）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2755" y="1041654"/>
            <a:ext cx="3158490" cy="419862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1805" y="1060704"/>
            <a:ext cx="3120390" cy="4160520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1805" y="1060704"/>
            <a:ext cx="312039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02077" y="5330952"/>
            <a:ext cx="3339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QA-單人甲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C5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新科督導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0536" y="1041654"/>
            <a:ext cx="3158490" cy="419862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9586" y="1060704"/>
            <a:ext cx="3120390" cy="4160520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586" y="1060704"/>
            <a:ext cx="312039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9858" y="5330952"/>
            <a:ext cx="3339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QA-雙人甲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744974" y="1041654"/>
            <a:ext cx="3158490" cy="419862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64024" y="1060704"/>
            <a:ext cx="3120390" cy="4160520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060704"/>
            <a:ext cx="3120390" cy="4160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5330952"/>
            <a:ext cx="3339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QA-雙人乙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C5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1%世界組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511683" y="1041654"/>
            <a:ext cx="3158490" cy="419862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492633" y="1060704"/>
            <a:ext cx="3120390" cy="4160520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92633" y="1060704"/>
            <a:ext cx="312039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602361" y="5330952"/>
            <a:ext cx="3339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QA-三人甲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992755" y="1041654"/>
            <a:ext cx="3158490" cy="419862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11805" y="1060704"/>
            <a:ext cx="3120390" cy="4160520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805" y="1060704"/>
            <a:ext cx="3120390" cy="4160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2077" y="5330952"/>
            <a:ext cx="3339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QA-三人乙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497193" y="1041654"/>
            <a:ext cx="3158490" cy="419862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6243" y="1060704"/>
            <a:ext cx="3120390" cy="4160520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43" y="1060704"/>
            <a:ext cx="3120390" cy="4160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6515" y="5330952"/>
            <a:ext cx="3339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QA-三人丙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C5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5K俱樂部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2313" y="96850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1363" y="98755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363" y="987552"/>
            <a:ext cx="1776222" cy="23682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24787" y="339242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QA-六人01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64839" y="96850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83889" y="98755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889" y="987552"/>
            <a:ext cx="1776222" cy="23682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7313" y="339242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QA-六人02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587365" y="96850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06415" y="98755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415" y="987552"/>
            <a:ext cx="1776222" cy="23682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69839" y="339242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QA-六人03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742313" y="384886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761363" y="386791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363" y="3867912"/>
            <a:ext cx="1776222" cy="23682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24787" y="627278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QA-六人04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3664839" y="384886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683889" y="386791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889" y="3867912"/>
            <a:ext cx="1776222" cy="23682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647313" y="627278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QA-六人05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587365" y="384886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606415" y="386791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6415" y="3867912"/>
            <a:ext cx="1776222" cy="23682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69839" y="627278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QA-六人06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C5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萬點高手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21230" y="96850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98755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987552"/>
            <a:ext cx="1056132" cy="1408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03704" y="243230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QA-十二01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3666" y="96850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42716" y="98755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987552"/>
            <a:ext cx="1056132" cy="1408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6140" y="243230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QA-十二02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26102" y="96850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45152" y="98755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987552"/>
            <a:ext cx="1056132" cy="1408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8576" y="243230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QA-十二03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828538" y="96850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47588" y="98755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588" y="987552"/>
            <a:ext cx="1056132" cy="1408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11012" y="243230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QA-十二04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2221230" y="288874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240280" y="290779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80" y="2907792"/>
            <a:ext cx="1056132" cy="14081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203704" y="435254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QA-十二05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3423666" y="288874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442716" y="290779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2716" y="2907792"/>
            <a:ext cx="1056132" cy="140817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406140" y="435254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QA-十二06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4626102" y="288874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645152" y="290779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907792"/>
            <a:ext cx="1056132" cy="140817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608576" y="435254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QA-十二07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5828538" y="288874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5847588" y="290779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7588" y="2907792"/>
            <a:ext cx="1056132" cy="140817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811012" y="435254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QA-十二08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2221230" y="480898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2240280" y="482803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0280" y="4828032"/>
            <a:ext cx="1056132" cy="140817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2203704" y="627278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QA-十二09</a:t>
            </a:r>
            <a:endParaRPr lang="en-US" sz="1300" dirty="0"/>
          </a:p>
        </p:txBody>
      </p:sp>
      <p:sp>
        <p:nvSpPr>
          <p:cNvPr id="42" name="Shape 31"/>
          <p:cNvSpPr/>
          <p:nvPr/>
        </p:nvSpPr>
        <p:spPr>
          <a:xfrm>
            <a:off x="3423666" y="480898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3442716" y="482803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2716" y="4828032"/>
            <a:ext cx="1056132" cy="1408176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3406140" y="627278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QA-十二10</a:t>
            </a:r>
            <a:endParaRPr lang="en-US" sz="1300" dirty="0"/>
          </a:p>
        </p:txBody>
      </p:sp>
      <p:sp>
        <p:nvSpPr>
          <p:cNvPr id="46" name="Shape 34"/>
          <p:cNvSpPr/>
          <p:nvPr/>
        </p:nvSpPr>
        <p:spPr>
          <a:xfrm>
            <a:off x="4626102" y="480898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4645152" y="482803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5152" y="4828032"/>
            <a:ext cx="1056132" cy="140817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4608576" y="627278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QA-十二11</a:t>
            </a:r>
            <a:endParaRPr lang="en-US" sz="1300" dirty="0"/>
          </a:p>
        </p:txBody>
      </p:sp>
      <p:sp>
        <p:nvSpPr>
          <p:cNvPr id="50" name="Shape 37"/>
          <p:cNvSpPr/>
          <p:nvPr/>
        </p:nvSpPr>
        <p:spPr>
          <a:xfrm>
            <a:off x="5828538" y="480898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5847588" y="482803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7588" y="4828032"/>
            <a:ext cx="1056132" cy="1408176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5811012" y="627278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QA-十二12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C5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新科世界組（第四個月過關）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99832" y="3291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7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1230" y="96850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98755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987552"/>
            <a:ext cx="1056132" cy="1408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03704" y="243230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QA-十七01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3666" y="96850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42716" y="98755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987552"/>
            <a:ext cx="1056132" cy="1408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6140" y="243230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QA-十七02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26102" y="96850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45152" y="98755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987552"/>
            <a:ext cx="1056132" cy="1408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08576" y="243230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QA-十七03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828538" y="96850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47588" y="98755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588" y="987552"/>
            <a:ext cx="1056132" cy="1408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11012" y="243230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QA-十七04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2221230" y="288874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240280" y="290779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80" y="2907792"/>
            <a:ext cx="1056132" cy="14081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03704" y="435254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QA-十七05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3423666" y="288874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442716" y="290779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2716" y="2907792"/>
            <a:ext cx="1056132" cy="140817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406140" y="435254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QA-十七06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4626102" y="288874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645152" y="290779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2907792"/>
            <a:ext cx="1056132" cy="140817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608576" y="435254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QA-十七07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5828538" y="288874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5847588" y="290779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7588" y="2907792"/>
            <a:ext cx="1056132" cy="140817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811012" y="435254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QA-十七08</a:t>
            </a:r>
            <a:endParaRPr lang="en-US" sz="1300" dirty="0"/>
          </a:p>
        </p:txBody>
      </p:sp>
      <p:sp>
        <p:nvSpPr>
          <p:cNvPr id="39" name="Shape 29"/>
          <p:cNvSpPr/>
          <p:nvPr/>
        </p:nvSpPr>
        <p:spPr>
          <a:xfrm>
            <a:off x="2221230" y="480898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2240280" y="482803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0280" y="4828032"/>
            <a:ext cx="1056132" cy="140817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2203704" y="627278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QA-十七09</a:t>
            </a:r>
            <a:endParaRPr lang="en-US" sz="1300" dirty="0"/>
          </a:p>
        </p:txBody>
      </p:sp>
      <p:sp>
        <p:nvSpPr>
          <p:cNvPr id="43" name="Shape 32"/>
          <p:cNvSpPr/>
          <p:nvPr/>
        </p:nvSpPr>
        <p:spPr>
          <a:xfrm>
            <a:off x="3423666" y="480898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3442716" y="482803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2716" y="4828032"/>
            <a:ext cx="1056132" cy="140817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3406140" y="627278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QA-十七10</a:t>
            </a:r>
            <a:endParaRPr lang="en-US" sz="1300" dirty="0"/>
          </a:p>
        </p:txBody>
      </p:sp>
      <p:sp>
        <p:nvSpPr>
          <p:cNvPr id="47" name="Shape 35"/>
          <p:cNvSpPr/>
          <p:nvPr/>
        </p:nvSpPr>
        <p:spPr>
          <a:xfrm>
            <a:off x="4626102" y="480898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4645152" y="482803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5152" y="4828032"/>
            <a:ext cx="1056132" cy="1408176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4608576" y="627278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QA-十七11</a:t>
            </a:r>
            <a:endParaRPr lang="en-US" sz="1300" dirty="0"/>
          </a:p>
        </p:txBody>
      </p:sp>
      <p:sp>
        <p:nvSpPr>
          <p:cNvPr id="51" name="Shape 38"/>
          <p:cNvSpPr/>
          <p:nvPr/>
        </p:nvSpPr>
        <p:spPr>
          <a:xfrm>
            <a:off x="5828538" y="4808982"/>
            <a:ext cx="1094232" cy="144627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5847588" y="4828032"/>
            <a:ext cx="1056132" cy="140817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7588" y="4828032"/>
            <a:ext cx="1056132" cy="1408176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5811012" y="6272784"/>
            <a:ext cx="1129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QA-十七12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C5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新科世界組（第四個月過關）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99832" y="3291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B7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2313" y="96850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1363" y="98755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363" y="987552"/>
            <a:ext cx="1776222" cy="23682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24787" y="339242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QA-十七13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64839" y="96850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83889" y="98755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889" y="987552"/>
            <a:ext cx="1776222" cy="23682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47313" y="339242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QA-十七14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587365" y="96850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06415" y="98755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415" y="987552"/>
            <a:ext cx="1776222" cy="23682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69839" y="339242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QA-十七15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703576" y="384886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722626" y="386791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626" y="3867912"/>
            <a:ext cx="1776222" cy="23682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686050" y="627278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QA-十七16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626102" y="3848862"/>
            <a:ext cx="1814322" cy="2406396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45152" y="3867912"/>
            <a:ext cx="1776222" cy="2368296"/>
          </a:xfrm>
          <a:prstGeom prst="rect">
            <a:avLst/>
          </a:prstGeom>
          <a:solidFill>
            <a:srgbClr val="08162B"/>
          </a:solidFill>
          <a:ln w="12700">
            <a:solidFill>
              <a:srgbClr val="08162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867912"/>
            <a:ext cx="1776222" cy="23682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08576" y="6272784"/>
            <a:ext cx="18493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0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QA-十七17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1422"/>
          </a:solidFill>
          <a:ln w="12700">
            <a:solidFill>
              <a:srgbClr val="08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D78C"/>
          </a:solidFill>
          <a:ln w="12700">
            <a:solidFill>
              <a:srgbClr val="F0D7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D7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百萬終生成就獎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83230" y="1032129"/>
            <a:ext cx="3177540" cy="4217670"/>
          </a:xfrm>
          <a:prstGeom prst="rect">
            <a:avLst/>
          </a:prstGeom>
          <a:solidFill>
            <a:srgbClr val="F0D78C"/>
          </a:solidFill>
          <a:ln w="12700">
            <a:solidFill>
              <a:srgbClr val="F0D7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1805" y="1060704"/>
            <a:ext cx="3120390" cy="4160520"/>
          </a:xfrm>
          <a:prstGeom prst="rect">
            <a:avLst/>
          </a:prstGeom>
          <a:solidFill>
            <a:srgbClr val="2A1C08"/>
          </a:solidFill>
          <a:ln w="12700">
            <a:solidFill>
              <a:srgbClr val="2A1C0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1805" y="1060704"/>
            <a:ext cx="312039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02077" y="5330952"/>
            <a:ext cx="3339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6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QA-終身甲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1422"/>
          </a:solidFill>
          <a:ln w="12700">
            <a:solidFill>
              <a:srgbClr val="0814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D78C"/>
          </a:solidFill>
          <a:ln w="12700">
            <a:solidFill>
              <a:srgbClr val="F0D7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256032"/>
            <a:ext cx="7370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D7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百萬終生成就獎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93776" y="822960"/>
            <a:ext cx="2194560" cy="16459"/>
          </a:xfrm>
          <a:prstGeom prst="rect">
            <a:avLst/>
          </a:prstGeom>
          <a:solidFill>
            <a:srgbClr val="E7C56A"/>
          </a:solidFill>
          <a:ln w="12700">
            <a:solidFill>
              <a:srgbClr val="E7C5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1011" y="1032129"/>
            <a:ext cx="3177540" cy="4217670"/>
          </a:xfrm>
          <a:prstGeom prst="rect">
            <a:avLst/>
          </a:prstGeom>
          <a:solidFill>
            <a:srgbClr val="F0D78C"/>
          </a:solidFill>
          <a:ln w="12700">
            <a:solidFill>
              <a:srgbClr val="F0D7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9586" y="1060704"/>
            <a:ext cx="3120390" cy="4160520"/>
          </a:xfrm>
          <a:prstGeom prst="rect">
            <a:avLst/>
          </a:prstGeom>
          <a:solidFill>
            <a:srgbClr val="2A1C08"/>
          </a:solidFill>
          <a:ln w="12700">
            <a:solidFill>
              <a:srgbClr val="2A1C0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586" y="1060704"/>
            <a:ext cx="3120390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9858" y="5330952"/>
            <a:ext cx="3339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6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QA-終身乙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735449" y="1032129"/>
            <a:ext cx="3177540" cy="4217670"/>
          </a:xfrm>
          <a:prstGeom prst="rect">
            <a:avLst/>
          </a:prstGeom>
          <a:solidFill>
            <a:srgbClr val="F0D78C"/>
          </a:solidFill>
          <a:ln w="12700">
            <a:solidFill>
              <a:srgbClr val="F0D7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64024" y="1060704"/>
            <a:ext cx="3120390" cy="4160520"/>
          </a:xfrm>
          <a:prstGeom prst="rect">
            <a:avLst/>
          </a:prstGeom>
          <a:solidFill>
            <a:srgbClr val="2A1C08"/>
          </a:solidFill>
          <a:ln w="12700">
            <a:solidFill>
              <a:srgbClr val="2A1C0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060704"/>
            <a:ext cx="3120390" cy="4160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5330952"/>
            <a:ext cx="33398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6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QA-終身丙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表揚名單</dc:title>
  <dc:subject>Recognition section</dc:subject>
  <dc:creator>Baki GO Recognition Center</dc:creator>
  <cp:lastModifiedBy>Baki GO Recognition Center</cp:lastModifiedBy>
  <cp:revision>1</cp:revision>
  <dcterms:created xsi:type="dcterms:W3CDTF">2026-08-18T10:59:04Z</dcterms:created>
  <dcterms:modified xsi:type="dcterms:W3CDTF">2026-08-18T10:59:04Z</dcterms:modified>
</cp:coreProperties>
</file>